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台積電 (2330)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財報分析報告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半導體 產業 | Q4-2025 | 2026/3/12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Generated by Zarvis Financial Analyzer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公司概況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內容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股票代碼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公司名稱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台積電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所屬產業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半導體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財報季度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Q4-2025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分析日期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2026/3/12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財務摘要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變化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營收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毛利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淨利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(元)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獲利能力分析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產業平均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毛利率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淨利率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財務健全度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安全範圍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負債比率 (%)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流動比率 (%)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150%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速動比率 (%)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利息保障倍數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現金流分析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變化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營業現金流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投資現金流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融資現金流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自由現金流 (億元)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估值分析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年平均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歷史百分位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P/E (本益比)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P/B (股價淨值比)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股息殖利率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P/FCF (股價自由現金流比)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警示訊號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黃燈警示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毛利率較上季下滑 2 個百分點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投資建議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買入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綜合評分：82/100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1371600"/>
          </a:xfrm>
          <a:prstGeom prst="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公司基本面強勁，獲利能力優於產業平均，估值合理。建議逢低佈局。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風險提示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全球半導體景氣循環風險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地緣政治影響客戶訂單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先進製程資本支出龐大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人民幣匯率波動風險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© 2026 Zarvis Financial Analyzer | 報告生成日期：2026/3/12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2026-03-12T02:22:38Z</dcterms:created>
  <dcterms:modified xsi:type="dcterms:W3CDTF">2026-03-12T02:22:38Z</dcterms:modified>
</cp:coreProperties>
</file>